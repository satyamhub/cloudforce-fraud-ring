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1064240" cy="521208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46920" y="411480"/>
            <a:ext cx="1828800" cy="1828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gergrap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554480" cy="1554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46920" y="411480"/>
            <a:ext cx="1828800" cy="1828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gergrap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097280"/>
            <a:ext cx="102412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8FAFC"/>
                </a:solidFill>
              </a:rPr>
              <a:t>Cloudforce Fraud Ring</a:t>
            </a:r>
          </a:p>
          <a:p>
            <a:pPr>
              <a:defRPr sz="2200">
                <a:solidFill>
                  <a:srgbClr val="38BDF8"/>
                </a:solidFill>
              </a:defRPr>
            </a:pPr>
            <a:r>
              <a:t>Fraud Ring Early Warning with TigerGraph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Detect dense UPI, device, phone, and IP sharing networks before losses spread.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Team: Satyam Mall, Akash, Shaurya Srivastava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Event: Devacation 2026 Powered by TigerGraph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Problem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Why fraud rings are hard to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Fraud rings reuse the same devices, IPs, phones, and merchants across many accounts.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One transaction can look normal, but the pattern becomes suspicious when accounts are connected.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Rule-based systems struggle to explain multi-hop relationships and often miss the ring entirely.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Graph Model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 graph makes hidden connections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Vertices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Account, Device, Phone, IPAddr, Merchant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7992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Edges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UsesDevice, HasPhone, AtIP, Transfer, ShopsAt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5904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58784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Why graph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Shared identifiers plus money flow expose coordination fast.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Solution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RingDetect and MuleRanking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ringDetect(src, min_shared, top_k): finds accounts that share assets with a seed account.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muleRanking(top_k): ranks suspicious accounts by shared activity and degree signals.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Each result is explainable through shared_count, deg_in, deg_out, and risk_score.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Demo Flow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How the judge sees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Proxy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Flask/Gunicorn injects the TigerGraph token and forwards to REST++.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7992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Viewer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The HTML page calls the proxy, so secrets never reach the browser.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5904" y="1463040"/>
            <a:ext cx="3611880" cy="3383280"/>
          </a:xfrm>
          <a:prstGeom prst="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58784" y="1645920"/>
            <a:ext cx="3246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REST example</a:t>
            </a:r>
          </a:p>
          <a:p>
            <a:pPr>
              <a:spcBef>
                <a:spcPts val="1200"/>
              </a:spcBef>
              <a:defRPr sz="1600">
                <a:solidFill>
                  <a:srgbClr val="F8FAFC"/>
                </a:solidFill>
              </a:defRPr>
            </a:pPr>
            <a:r>
              <a:t>http://localhost:9000/query/Fraud/ringDetect?src=acct_0000&amp;min_shared=2&amp;top_k=10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Impact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Surfaces a ring around one seed account in one query.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Reduces alert noise by focusing on relationship patterns, not isolated transactions.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Helps investigators tell a clear story with the graph path and risk metadata.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Roadmap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Where we can extend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Add merchant risk signals and time-window filters.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Add amount thresholds and recent-activity scoring.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Add a path-view UI and exportable case notes for investigators.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4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</a:rPr>
              <a:t>Team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CLOUDFORCE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Satyam Mall - data, GSQL, TigerGraph setup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Akash - UI, demo flow, and submission assets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Shaurya Srivastava - presentation</a:t>
            </a:r>
          </a:p>
          <a:p>
            <a:pPr>
              <a:spcAft>
                <a:spcPts val="1000"/>
              </a:spcAft>
              <a:defRPr sz="2000">
                <a:solidFill>
                  <a:srgbClr val="F8FAFC"/>
                </a:solidFill>
              </a:defRPr>
            </a:pPr>
            <a:r>
              <a:t>Hackathon repo: cloudforce-fraud-ring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19048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CLOUDFORCE | TigerGraph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