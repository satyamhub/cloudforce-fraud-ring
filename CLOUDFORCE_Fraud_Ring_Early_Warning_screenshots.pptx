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04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8FAFC"/>
                </a:solidFill>
              </a:rPr>
              <a:t>Live Demo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Presentation-ready UI and query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9646920" y="411480"/>
            <a:ext cx="1828800" cy="18288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igergrap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548640"/>
            <a:ext cx="1554480" cy="15544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94360" y="1417320"/>
            <a:ext cx="10972800" cy="4480560"/>
          </a:xfrm>
          <a:prstGeom prst="rect">
            <a:avLst/>
          </a:prstGeom>
          <a:solidFill>
            <a:srgbClr val="0F172A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005840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8BDF8"/>
                </a:solidFill>
              </a:defRPr>
            </a:pPr>
            <a:r>
              <a:t>Homepage / demo 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9893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BD5E1"/>
                </a:solidFill>
              </a:defRPr>
            </a:pPr>
            <a:r>
              <a:t>This is the polished landing page that explains the problem, solution, and demo flow.</a:t>
            </a:r>
          </a:p>
        </p:txBody>
      </p:sp>
      <p:pic>
        <p:nvPicPr>
          <p:cNvPr id="8" name="Picture 7" descr="Screenshot From 2026-03-31 01-14-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554480"/>
            <a:ext cx="10698480" cy="42062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02920" y="6172200"/>
            <a:ext cx="11155680" cy="32004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19048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BD5E1"/>
                </a:solidFill>
              </a:defRPr>
            </a:pPr>
            <a:r>
              <a:t>CLOUDFORCE | TigerGraph Hackathon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04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8FAFC"/>
                </a:solidFill>
              </a:rPr>
              <a:t>Query Evidence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ringDetect in the browser</a:t>
            </a:r>
          </a:p>
        </p:txBody>
      </p:sp>
      <p:sp>
        <p:nvSpPr>
          <p:cNvPr id="3" name="Rectangle 2"/>
          <p:cNvSpPr/>
          <p:nvPr/>
        </p:nvSpPr>
        <p:spPr>
          <a:xfrm>
            <a:off x="9646920" y="411480"/>
            <a:ext cx="1828800" cy="18288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igergrap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548640"/>
            <a:ext cx="1554480" cy="15544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94360" y="1417320"/>
            <a:ext cx="10972800" cy="4480560"/>
          </a:xfrm>
          <a:prstGeom prst="rect">
            <a:avLst/>
          </a:prstGeom>
          <a:solidFill>
            <a:srgbClr val="0F172A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005840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8BDF8"/>
                </a:solidFill>
              </a:defRPr>
            </a:pPr>
            <a:r>
              <a:t>Interactive viewer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9893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BD5E1"/>
                </a:solidFill>
              </a:defRPr>
            </a:pPr>
            <a:r>
              <a:t>Judges can run a seed account and see the connected suspects returned by the graph.</a:t>
            </a:r>
          </a:p>
        </p:txBody>
      </p:sp>
      <p:pic>
        <p:nvPicPr>
          <p:cNvPr id="8" name="Picture 7" descr="Screenshot From 2026-03-30 22-16-5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554480"/>
            <a:ext cx="10698480" cy="42062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02920" y="6172200"/>
            <a:ext cx="11155680" cy="32004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19048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BD5E1"/>
                </a:solidFill>
              </a:defRPr>
            </a:pPr>
            <a:r>
              <a:t>CLOUDFORCE | TigerGraph Hackathon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04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8FAFC"/>
                </a:solidFill>
              </a:rPr>
              <a:t>What It Shows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Why this demo is credible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9646920" y="411480"/>
            <a:ext cx="1828800" cy="18288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igergrap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548640"/>
            <a:ext cx="1554480" cy="1554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64592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8FAFC"/>
                </a:solidFill>
              </a:defRPr>
            </a:pPr>
            <a:r>
              <a:t>A visual landing page that explains the problem in plain English.</a:t>
            </a:r>
          </a:p>
          <a:p>
            <a:pPr>
              <a:spcAft>
                <a:spcPts val="1000"/>
              </a:spcAft>
              <a:defRPr sz="2000">
                <a:solidFill>
                  <a:srgbClr val="F8FAFC"/>
                </a:solidFill>
              </a:defRPr>
            </a:pPr>
            <a:r>
              <a:t>A query UI that proves the graph returns results from a single account.</a:t>
            </a:r>
          </a:p>
          <a:p>
            <a:pPr>
              <a:spcAft>
                <a:spcPts val="1000"/>
              </a:spcAft>
              <a:defRPr sz="2000">
                <a:solidFill>
                  <a:srgbClr val="F8FAFC"/>
                </a:solidFill>
              </a:defRPr>
            </a:pPr>
            <a:r>
              <a:t>A proxy-based architecture that keeps TigerGraph secrets off the browser.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172200"/>
            <a:ext cx="11155680" cy="32004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19048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BD5E1"/>
                </a:solidFill>
              </a:defRPr>
            </a:pPr>
            <a:r>
              <a:t>CLOUDFORCE | TigerGraph Hackathon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