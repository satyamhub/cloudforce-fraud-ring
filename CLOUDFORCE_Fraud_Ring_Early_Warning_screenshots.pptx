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Live Demo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Presentation-ready UI and query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9646920" y="411480"/>
            <a:ext cx="1828800" cy="1828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gergrap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548640"/>
            <a:ext cx="1554480" cy="1554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417320"/>
            <a:ext cx="10972800" cy="448056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Homepage / demo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BD5E1"/>
                </a:solidFill>
              </a:defRPr>
            </a:pPr>
            <a:r>
              <a:t>This is the polished landing page that explains the problem, solution, and demo flow.</a:t>
            </a:r>
          </a:p>
        </p:txBody>
      </p:sp>
      <p:pic>
        <p:nvPicPr>
          <p:cNvPr id="8" name="Picture 7" descr="Screenshot From 2026-03-31 01-14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10698480" cy="4206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Query Evidence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ringDetect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646920" y="411480"/>
            <a:ext cx="1828800" cy="1828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gergrap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548640"/>
            <a:ext cx="1554480" cy="1554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417320"/>
            <a:ext cx="10972800" cy="4480560"/>
          </a:xfrm>
          <a:prstGeom prst="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10607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Interactive viewer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BD5E1"/>
                </a:solidFill>
              </a:defRPr>
            </a:pPr>
            <a:r>
              <a:t>Judges can run a seed account and see the connected suspects returned by the graph.</a:t>
            </a:r>
          </a:p>
        </p:txBody>
      </p:sp>
      <p:pic>
        <p:nvPicPr>
          <p:cNvPr id="8" name="Picture 7" descr="Screenshot From 2026-03-30 22-16-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10698480" cy="4206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4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</a:rPr>
              <a:t>What It Shows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Why this demo is credible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 visual landing page that explains the problem in plain English.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 query UI that proves the graph returns results from a single account.</a:t>
            </a:r>
          </a:p>
          <a:p>
            <a:pPr>
              <a:spcAft>
                <a:spcPts val="1000"/>
              </a:spcAft>
              <a:defRPr sz="2000">
                <a:solidFill>
                  <a:srgbClr val="F8FAFC"/>
                </a:solidFill>
              </a:defRPr>
            </a:pPr>
            <a:r>
              <a:t>A proxy-based architecture that keeps TigerGraph secrets off the browser.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190488"/>
            <a:ext cx="10789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</a:defRPr>
            </a:pPr>
            <a:r>
              <a:t>CLOUDFORCE | TigerGraph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